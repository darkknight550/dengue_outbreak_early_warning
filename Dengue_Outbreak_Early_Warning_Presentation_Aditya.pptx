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8" d="100"/>
          <a:sy n="108" d="100"/>
        </p:scale>
        <p:origin x="1704"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pmc.ncbi.nlm.nih.gov/articles/PMC5309726/"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Dengue Outbreak Early Warning from Weather Signals</a:t>
            </a:r>
          </a:p>
        </p:txBody>
      </p:sp>
      <p:sp>
        <p:nvSpPr>
          <p:cNvPr id="3" name="Subtitle 2"/>
          <p:cNvSpPr>
            <a:spLocks noGrp="1"/>
          </p:cNvSpPr>
          <p:nvPr>
            <p:ph type="subTitle" idx="1"/>
          </p:nvPr>
        </p:nvSpPr>
        <p:spPr/>
        <p:txBody>
          <a:bodyPr>
            <a:normAutofit fontScale="92500" lnSpcReduction="20000"/>
          </a:bodyPr>
          <a:lstStyle/>
          <a:p>
            <a:r>
              <a:t>Mini Project Presentation</a:t>
            </a:r>
          </a:p>
          <a:p>
            <a:r>
              <a:t>By: Aditya Kumar</a:t>
            </a:r>
          </a:p>
          <a:p>
            <a:r>
              <a:t>College: United Institute of Management</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lstStyle/>
          <a:p>
            <a:pPr marL="0" indent="0">
              <a:buNone/>
            </a:pPr>
            <a:r>
              <a:rPr dirty="0"/>
              <a:t>This project predicts the risk of dengue outbreaks using daily weather parameters such as temperature, humidity, and rainfall. The goal is to provide early warning for public health awareness and prevention.</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Objective</a:t>
            </a:r>
          </a:p>
        </p:txBody>
      </p:sp>
      <p:sp>
        <p:nvSpPr>
          <p:cNvPr id="3" name="Content Placeholder 2"/>
          <p:cNvSpPr>
            <a:spLocks noGrp="1"/>
          </p:cNvSpPr>
          <p:nvPr>
            <p:ph idx="1"/>
          </p:nvPr>
        </p:nvSpPr>
        <p:spPr/>
        <p:txBody>
          <a:bodyPr/>
          <a:lstStyle/>
          <a:p>
            <a:r>
              <a:rPr dirty="0" smtClean="0"/>
              <a:t> </a:t>
            </a:r>
            <a:r>
              <a:rPr dirty="0"/>
              <a:t>Develop a simple web-based tool for dengue risk prediction.</a:t>
            </a:r>
          </a:p>
          <a:p>
            <a:r>
              <a:rPr dirty="0" smtClean="0"/>
              <a:t> </a:t>
            </a:r>
            <a:r>
              <a:rPr dirty="0"/>
              <a:t>Analyze the impact of weather conditions on dengue spread.</a:t>
            </a:r>
          </a:p>
          <a:p>
            <a:r>
              <a:rPr dirty="0" smtClean="0"/>
              <a:t> </a:t>
            </a:r>
            <a:r>
              <a:rPr dirty="0"/>
              <a:t>Help authorities and citizens take preventive measures early.</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Background</a:t>
            </a:r>
          </a:p>
        </p:txBody>
      </p:sp>
      <p:sp>
        <p:nvSpPr>
          <p:cNvPr id="3" name="Content Placeholder 2"/>
          <p:cNvSpPr>
            <a:spLocks noGrp="1"/>
          </p:cNvSpPr>
          <p:nvPr>
            <p:ph idx="1"/>
          </p:nvPr>
        </p:nvSpPr>
        <p:spPr/>
        <p:txBody>
          <a:bodyPr/>
          <a:lstStyle/>
          <a:p>
            <a:pPr marL="0" indent="0">
              <a:buNone/>
            </a:pPr>
            <a:r>
              <a:rPr dirty="0"/>
              <a:t>Dengue is transmitted by mosquitoes that breed in warm, humid, and rainy environments. Weather changes directly affect mosquito growth and virus transmission. Hence, monitoring weather signals can predict outbreaks.</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Proposed System</a:t>
            </a:r>
          </a:p>
        </p:txBody>
      </p:sp>
      <p:sp>
        <p:nvSpPr>
          <p:cNvPr id="3" name="Content Placeholder 2"/>
          <p:cNvSpPr>
            <a:spLocks noGrp="1"/>
          </p:cNvSpPr>
          <p:nvPr>
            <p:ph idx="1"/>
          </p:nvPr>
        </p:nvSpPr>
        <p:spPr/>
        <p:txBody>
          <a:bodyPr/>
          <a:lstStyle/>
          <a:p>
            <a:pPr marL="0" indent="0">
              <a:buNone/>
            </a:pPr>
            <a:r>
              <a:rPr dirty="0"/>
              <a:t>The system collects temperature, humidity, and rainfall data from users and calculates a risk score using a heuristic model. The result is displayed as Low, Medium, or High dengue risk.</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System Architecture</a:t>
            </a:r>
          </a:p>
        </p:txBody>
      </p:sp>
      <p:sp>
        <p:nvSpPr>
          <p:cNvPr id="3" name="Content Placeholder 2"/>
          <p:cNvSpPr>
            <a:spLocks noGrp="1"/>
          </p:cNvSpPr>
          <p:nvPr>
            <p:ph idx="1"/>
          </p:nvPr>
        </p:nvSpPr>
        <p:spPr/>
        <p:txBody>
          <a:bodyPr/>
          <a:lstStyle/>
          <a:p>
            <a:pPr marL="0" indent="0">
              <a:buNone/>
            </a:pPr>
            <a:r>
              <a:rPr dirty="0"/>
              <a:t>1. User enters weather data.</a:t>
            </a:r>
          </a:p>
          <a:p>
            <a:pPr marL="0" indent="0">
              <a:buNone/>
            </a:pPr>
            <a:r>
              <a:rPr dirty="0"/>
              <a:t>2. System processes temperature, humidity, and rainfall.</a:t>
            </a:r>
          </a:p>
          <a:p>
            <a:pPr marL="0" indent="0">
              <a:buNone/>
            </a:pPr>
            <a:r>
              <a:rPr dirty="0"/>
              <a:t>3. Weighted risk score is computed.</a:t>
            </a:r>
          </a:p>
          <a:p>
            <a:pPr marL="0" indent="0">
              <a:buNone/>
            </a:pPr>
            <a:r>
              <a:rPr dirty="0" smtClean="0"/>
              <a:t>4. </a:t>
            </a:r>
            <a:r>
              <a:rPr dirty="0"/>
              <a:t>Output shows color-coded dengue risk level.</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Technology Used</a:t>
            </a:r>
          </a:p>
        </p:txBody>
      </p:sp>
      <p:sp>
        <p:nvSpPr>
          <p:cNvPr id="3" name="Content Placeholder 2"/>
          <p:cNvSpPr>
            <a:spLocks noGrp="1"/>
          </p:cNvSpPr>
          <p:nvPr>
            <p:ph idx="1"/>
          </p:nvPr>
        </p:nvSpPr>
        <p:spPr/>
        <p:txBody>
          <a:bodyPr/>
          <a:lstStyle/>
          <a:p>
            <a:r>
              <a:rPr dirty="0" smtClean="0"/>
              <a:t> </a:t>
            </a:r>
            <a:r>
              <a:rPr dirty="0"/>
              <a:t>HTML – Structure of the webpage</a:t>
            </a:r>
          </a:p>
          <a:p>
            <a:r>
              <a:rPr dirty="0" smtClean="0"/>
              <a:t> </a:t>
            </a:r>
            <a:r>
              <a:rPr dirty="0"/>
              <a:t>CSS – Styling and layout</a:t>
            </a:r>
          </a:p>
          <a:p>
            <a:r>
              <a:rPr dirty="0" smtClean="0"/>
              <a:t> </a:t>
            </a:r>
            <a:r>
              <a:rPr dirty="0"/>
              <a:t>JavaScript – Logic and interactivity</a:t>
            </a:r>
          </a:p>
          <a:p>
            <a:r>
              <a:rPr dirty="0" smtClean="0"/>
              <a:t> </a:t>
            </a:r>
            <a:r>
              <a:rPr dirty="0"/>
              <a:t>Browser – Platform to run the model</a:t>
            </a:r>
          </a:p>
          <a:p>
            <a:endParaRPr dirty="0"/>
          </a:p>
          <a:p>
            <a:r>
              <a:rPr dirty="0"/>
              <a:t>No backend or database required for this demo version.</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Frontend Design</a:t>
            </a:r>
          </a:p>
        </p:txBody>
      </p:sp>
      <p:sp>
        <p:nvSpPr>
          <p:cNvPr id="3" name="Content Placeholder 2"/>
          <p:cNvSpPr>
            <a:spLocks noGrp="1"/>
          </p:cNvSpPr>
          <p:nvPr>
            <p:ph idx="1"/>
          </p:nvPr>
        </p:nvSpPr>
        <p:spPr/>
        <p:txBody>
          <a:bodyPr/>
          <a:lstStyle/>
          <a:p>
            <a:pPr marL="0" indent="0">
              <a:buNone/>
            </a:pPr>
            <a:r>
              <a:rPr dirty="0"/>
              <a:t>The interface includes a table where users input daily weather data. Buttons allow adding new rows and calculating dengue risk dynamically. Results are shown instantly with color codes.</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Logic / Algorithm</a:t>
            </a:r>
          </a:p>
        </p:txBody>
      </p:sp>
      <p:sp>
        <p:nvSpPr>
          <p:cNvPr id="3" name="Content Placeholder 2"/>
          <p:cNvSpPr>
            <a:spLocks noGrp="1"/>
          </p:cNvSpPr>
          <p:nvPr>
            <p:ph idx="1"/>
          </p:nvPr>
        </p:nvSpPr>
        <p:spPr/>
        <p:txBody>
          <a:bodyPr>
            <a:normAutofit fontScale="85000" lnSpcReduction="20000"/>
          </a:bodyPr>
          <a:lstStyle/>
          <a:p>
            <a:r>
              <a:rPr dirty="0"/>
              <a:t>The JavaScript code calculates a risk score using:</a:t>
            </a:r>
          </a:p>
          <a:p>
            <a:r>
              <a:rPr dirty="0" smtClean="0"/>
              <a:t> </a:t>
            </a:r>
            <a:r>
              <a:rPr dirty="0"/>
              <a:t>Temperature weight: 40%</a:t>
            </a:r>
          </a:p>
          <a:p>
            <a:r>
              <a:rPr dirty="0" smtClean="0"/>
              <a:t> </a:t>
            </a:r>
            <a:r>
              <a:rPr dirty="0"/>
              <a:t>Humidity weight: 35%</a:t>
            </a:r>
          </a:p>
          <a:p>
            <a:r>
              <a:rPr dirty="0" smtClean="0"/>
              <a:t> </a:t>
            </a:r>
            <a:r>
              <a:rPr dirty="0"/>
              <a:t>Rainfall weight: 25</a:t>
            </a:r>
            <a:r>
              <a:rPr dirty="0" smtClean="0"/>
              <a:t>%</a:t>
            </a:r>
            <a:endParaRPr lang="en-US" dirty="0" smtClean="0"/>
          </a:p>
          <a:p>
            <a:r>
              <a:rPr lang="en-US" dirty="0" smtClean="0"/>
              <a:t>Source:</a:t>
            </a:r>
            <a:r>
              <a:rPr lang="en-US" dirty="0" smtClean="0">
                <a:hlinkClick r:id="rId2"/>
              </a:rPr>
              <a:t>https://</a:t>
            </a:r>
            <a:r>
              <a:rPr lang="en-US" dirty="0">
                <a:hlinkClick r:id="rId2"/>
              </a:rPr>
              <a:t>pmc.ncbi.nlm.nih.gov/articles/PMC5309726/</a:t>
            </a:r>
            <a:endParaRPr dirty="0"/>
          </a:p>
          <a:p>
            <a:endParaRPr dirty="0"/>
          </a:p>
          <a:p>
            <a:r>
              <a:rPr dirty="0"/>
              <a:t>Risk Levels:</a:t>
            </a:r>
          </a:p>
          <a:p>
            <a:r>
              <a:rPr dirty="0"/>
              <a:t>&lt;50 → Low</a:t>
            </a:r>
          </a:p>
          <a:p>
            <a:r>
              <a:rPr dirty="0"/>
              <a:t>50–74 → Medium</a:t>
            </a:r>
          </a:p>
          <a:p>
            <a:r>
              <a:rPr dirty="0"/>
              <a:t>≥75 → High</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Results &amp; Output</a:t>
            </a:r>
          </a:p>
        </p:txBody>
      </p:sp>
      <p:sp>
        <p:nvSpPr>
          <p:cNvPr id="3" name="Content Placeholder 2"/>
          <p:cNvSpPr>
            <a:spLocks noGrp="1"/>
          </p:cNvSpPr>
          <p:nvPr>
            <p:ph idx="1"/>
          </p:nvPr>
        </p:nvSpPr>
        <p:spPr/>
        <p:txBody>
          <a:bodyPr/>
          <a:lstStyle/>
          <a:p>
            <a:r>
              <a:rPr dirty="0"/>
              <a:t>After calculation, each row displays a numeric risk score and a risk level:</a:t>
            </a:r>
          </a:p>
          <a:p>
            <a:r>
              <a:rPr dirty="0" smtClean="0"/>
              <a:t> </a:t>
            </a:r>
            <a:r>
              <a:rPr dirty="0"/>
              <a:t>Low (Green)</a:t>
            </a:r>
          </a:p>
          <a:p>
            <a:r>
              <a:rPr dirty="0" smtClean="0"/>
              <a:t>Medium </a:t>
            </a:r>
            <a:r>
              <a:rPr dirty="0"/>
              <a:t>(Orange)</a:t>
            </a:r>
          </a:p>
          <a:p>
            <a:r>
              <a:rPr dirty="0" smtClean="0"/>
              <a:t> </a:t>
            </a:r>
            <a:r>
              <a:rPr dirty="0"/>
              <a:t>High (Red)</a:t>
            </a:r>
          </a:p>
          <a:p>
            <a:endParaRPr dirty="0"/>
          </a:p>
          <a:p>
            <a:r>
              <a:rPr dirty="0"/>
              <a:t>This helps visualize daily dengue risk trends.</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Advantages &amp; Limitations</a:t>
            </a:r>
          </a:p>
        </p:txBody>
      </p:sp>
      <p:sp>
        <p:nvSpPr>
          <p:cNvPr id="3" name="Content Placeholder 2"/>
          <p:cNvSpPr>
            <a:spLocks noGrp="1"/>
          </p:cNvSpPr>
          <p:nvPr>
            <p:ph idx="1"/>
          </p:nvPr>
        </p:nvSpPr>
        <p:spPr/>
        <p:txBody>
          <a:bodyPr>
            <a:normAutofit fontScale="92500"/>
          </a:bodyPr>
          <a:lstStyle/>
          <a:p>
            <a:pPr marL="0" indent="0">
              <a:buNone/>
            </a:pPr>
            <a:r>
              <a:rPr dirty="0"/>
              <a:t>Advantages:</a:t>
            </a:r>
          </a:p>
          <a:p>
            <a:r>
              <a:rPr dirty="0" smtClean="0"/>
              <a:t> </a:t>
            </a:r>
            <a:r>
              <a:rPr dirty="0"/>
              <a:t>Simple and quick dengue prediction tool</a:t>
            </a:r>
          </a:p>
          <a:p>
            <a:r>
              <a:rPr dirty="0" smtClean="0"/>
              <a:t> </a:t>
            </a:r>
            <a:r>
              <a:rPr dirty="0"/>
              <a:t>User-friendly interface</a:t>
            </a:r>
          </a:p>
          <a:p>
            <a:r>
              <a:rPr dirty="0" smtClean="0"/>
              <a:t>No </a:t>
            </a:r>
            <a:r>
              <a:rPr dirty="0"/>
              <a:t>internet or backend needed</a:t>
            </a:r>
          </a:p>
          <a:p>
            <a:endParaRPr dirty="0"/>
          </a:p>
          <a:p>
            <a:pPr marL="0" indent="0">
              <a:buNone/>
            </a:pPr>
            <a:r>
              <a:rPr dirty="0"/>
              <a:t>Limitations:</a:t>
            </a:r>
          </a:p>
          <a:p>
            <a:r>
              <a:rPr dirty="0" smtClean="0"/>
              <a:t> </a:t>
            </a:r>
            <a:r>
              <a:rPr dirty="0"/>
              <a:t>Based on heuristic rules, not real-time data</a:t>
            </a:r>
          </a:p>
          <a:p>
            <a:r>
              <a:rPr dirty="0" smtClean="0"/>
              <a:t> </a:t>
            </a:r>
            <a:r>
              <a:rPr dirty="0"/>
              <a:t>Can be improved with machine learning models.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 &amp; Future Scope</a:t>
            </a:r>
          </a:p>
        </p:txBody>
      </p:sp>
      <p:sp>
        <p:nvSpPr>
          <p:cNvPr id="3" name="Content Placeholder 2"/>
          <p:cNvSpPr>
            <a:spLocks noGrp="1"/>
          </p:cNvSpPr>
          <p:nvPr>
            <p:ph idx="1"/>
          </p:nvPr>
        </p:nvSpPr>
        <p:spPr/>
        <p:txBody>
          <a:bodyPr/>
          <a:lstStyle/>
          <a:p>
            <a:pPr marL="0" indent="0">
              <a:buNone/>
            </a:pPr>
            <a:r>
              <a:rPr dirty="0"/>
              <a:t>The project demonstrates how weather data can be used for early dengue outbreak warnings. Future work includes integrating real-time weather APIs and AI models for more accurate predictions.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TotalTime>
  <Words>434</Words>
  <Application>Microsoft Office PowerPoint</Application>
  <PresentationFormat>On-screen Show (4:3)</PresentationFormat>
  <Paragraphs>57</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Dengue Outbreak Early Warning from Weather Signals</vt:lpstr>
      <vt:lpstr>Introduction</vt:lpstr>
      <vt:lpstr>Objective</vt:lpstr>
      <vt:lpstr>Background</vt:lpstr>
      <vt:lpstr>Proposed System</vt:lpstr>
      <vt:lpstr>System Architecture</vt:lpstr>
      <vt:lpstr>Technology Used</vt:lpstr>
      <vt:lpstr>Frontend Design</vt:lpstr>
      <vt:lpstr>Logic / Algorithm</vt:lpstr>
      <vt:lpstr>Results &amp; Output</vt:lpstr>
      <vt:lpstr>Advantages &amp; Limitations</vt:lpstr>
      <vt:lpstr>Conclusion &amp; Future Scope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Dengue Outbreak Early Warning from Weather Signals</dc:title>
  <dc:subject/>
  <dc:creator>Aditya kumar</dc:creator>
  <cp:keywords/>
  <dc:description>generated using python-pptx</dc:description>
  <cp:lastModifiedBy>Aditya kumar</cp:lastModifiedBy>
  <cp:revision>8</cp:revision>
  <dcterms:created xsi:type="dcterms:W3CDTF">2013-01-27T09:14:16Z</dcterms:created>
  <dcterms:modified xsi:type="dcterms:W3CDTF">2025-11-02T08:43:08Z</dcterms:modified>
  <cp:category/>
</cp:coreProperties>
</file>